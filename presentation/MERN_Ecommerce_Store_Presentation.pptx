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92024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E-Commerce Store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31089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Storefront with Cart, Orders &amp; Admin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[Student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e-commerce project must cover catalogue, cart, checkout trust, and admin fulfilment — not just static pages.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10029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storefront with cart/orders.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catalogue &amp; order management.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and role checks.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payment verification concept.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+ Redux Toolkit.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catalogue.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customer and admin experiences.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5" name="Image 0" descr="/home/rajank/projects/personal/collage projects/_academic-pack/assets/icons/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storefront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cart, and checkout with Redux Toolkit state.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9" name="Image 1" descr="/home/rajank/projects/personal/collage projects/_academic-pack/asset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68" y="15544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07428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84468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products, orders, reviews, and admin routes.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3" name="Image 2" descr="/home/rajank/projects/personal/collage projects/_academic-pack/assets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products, orders, and review documents.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55868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7" name="Image 3" descr="/home/rajank/projects/personal/collage projects/_academic-pack/assets/icons/pay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68" y="397764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07428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trust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84468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signature verification before marking paid.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Browse/search products.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checkout.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for customers.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Payments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 and stock.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updates.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for payments.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products and users.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as customer → cart → order.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updates fulfilment status.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payment verify path in code/viva.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route protection.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 path.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signatures rejected.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teaching storefront emphasising real commerce concerns.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110029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860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57200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·  [College Name]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MERN E-Commerce Store</dc:title>
  <dc:subject>PptxGenJS Presentation</dc:subject>
  <dc:creator>[Student Name]</dc:creator>
  <cp:lastModifiedBy>[Student Name]</cp:lastModifiedBy>
  <cp:revision>1</cp:revision>
  <dcterms:created xsi:type="dcterms:W3CDTF">2026-10-22T08:53:12Z</dcterms:created>
  <dcterms:modified xsi:type="dcterms:W3CDTF">2026-10-22T08:53:12Z</dcterms:modified>
</cp:coreProperties>
</file>